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047038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/>
    <p:restoredTop sz="94694"/>
  </p:normalViewPr>
  <p:slideViewPr>
    <p:cSldViewPr snapToGrid="0">
      <p:cViewPr varScale="1">
        <p:scale>
          <a:sx n="85" d="100"/>
          <a:sy n="85" d="100"/>
        </p:scale>
        <p:origin x="35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28" y="1994792"/>
            <a:ext cx="6839982" cy="4243517"/>
          </a:xfrm>
        </p:spPr>
        <p:txBody>
          <a:bodyPr anchor="b"/>
          <a:lstStyle>
            <a:lvl1pPr algn="ctr"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880" y="6401956"/>
            <a:ext cx="6035279" cy="2942810"/>
          </a:xfrm>
        </p:spPr>
        <p:txBody>
          <a:bodyPr/>
          <a:lstStyle>
            <a:lvl1pPr marL="0" indent="0" algn="ctr">
              <a:buNone/>
              <a:defRPr sz="2112"/>
            </a:lvl1pPr>
            <a:lvl2pPr marL="402336" indent="0" algn="ctr">
              <a:buNone/>
              <a:defRPr sz="1760"/>
            </a:lvl2pPr>
            <a:lvl3pPr marL="804672" indent="0" algn="ctr">
              <a:buNone/>
              <a:defRPr sz="1584"/>
            </a:lvl3pPr>
            <a:lvl4pPr marL="1207008" indent="0" algn="ctr">
              <a:buNone/>
              <a:defRPr sz="1408"/>
            </a:lvl4pPr>
            <a:lvl5pPr marL="1609344" indent="0" algn="ctr">
              <a:buNone/>
              <a:defRPr sz="1408"/>
            </a:lvl5pPr>
            <a:lvl6pPr marL="2011680" indent="0" algn="ctr">
              <a:buNone/>
              <a:defRPr sz="1408"/>
            </a:lvl6pPr>
            <a:lvl7pPr marL="2414016" indent="0" algn="ctr">
              <a:buNone/>
              <a:defRPr sz="1408"/>
            </a:lvl7pPr>
            <a:lvl8pPr marL="2816352" indent="0" algn="ctr">
              <a:buNone/>
              <a:defRPr sz="1408"/>
            </a:lvl8pPr>
            <a:lvl9pPr marL="3218688" indent="0" algn="ctr">
              <a:buNone/>
              <a:defRPr sz="14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1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6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43" y="3038745"/>
            <a:ext cx="6940570" cy="5070212"/>
          </a:xfrm>
        </p:spPr>
        <p:txBody>
          <a:bodyPr anchor="b"/>
          <a:lstStyle>
            <a:lvl1pPr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043" y="8156923"/>
            <a:ext cx="6940570" cy="2666305"/>
          </a:xfrm>
        </p:spPr>
        <p:txBody>
          <a:bodyPr/>
          <a:lstStyle>
            <a:lvl1pPr marL="0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1pPr>
            <a:lvl2pPr marL="402336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2pPr>
            <a:lvl3pPr marL="804672" indent="0">
              <a:buNone/>
              <a:defRPr sz="1584">
                <a:solidFill>
                  <a:schemeClr val="tx1">
                    <a:tint val="82000"/>
                  </a:schemeClr>
                </a:solidFill>
              </a:defRPr>
            </a:lvl3pPr>
            <a:lvl4pPr marL="1207008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4pPr>
            <a:lvl5pPr marL="1609344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5pPr>
            <a:lvl6pPr marL="2011680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6pPr>
            <a:lvl7pPr marL="2414016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7pPr>
            <a:lvl8pPr marL="2816352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8pPr>
            <a:lvl9pPr marL="3218688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8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234" y="3244711"/>
            <a:ext cx="3419991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813" y="3244711"/>
            <a:ext cx="3419991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6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648945"/>
            <a:ext cx="694057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283" y="2987956"/>
            <a:ext cx="3404274" cy="1464351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36" indent="0">
              <a:buNone/>
              <a:defRPr sz="1760" b="1"/>
            </a:lvl2pPr>
            <a:lvl3pPr marL="804672" indent="0">
              <a:buNone/>
              <a:defRPr sz="1584" b="1"/>
            </a:lvl3pPr>
            <a:lvl4pPr marL="1207008" indent="0">
              <a:buNone/>
              <a:defRPr sz="1408" b="1"/>
            </a:lvl4pPr>
            <a:lvl5pPr marL="1609344" indent="0">
              <a:buNone/>
              <a:defRPr sz="1408" b="1"/>
            </a:lvl5pPr>
            <a:lvl6pPr marL="2011680" indent="0">
              <a:buNone/>
              <a:defRPr sz="1408" b="1"/>
            </a:lvl6pPr>
            <a:lvl7pPr marL="2414016" indent="0">
              <a:buNone/>
              <a:defRPr sz="1408" b="1"/>
            </a:lvl7pPr>
            <a:lvl8pPr marL="2816352" indent="0">
              <a:buNone/>
              <a:defRPr sz="1408" b="1"/>
            </a:lvl8pPr>
            <a:lvl9pPr marL="3218688" indent="0">
              <a:buNone/>
              <a:defRPr sz="1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4283" y="4452307"/>
            <a:ext cx="3404274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73814" y="2987956"/>
            <a:ext cx="3421039" cy="1464351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36" indent="0">
              <a:buNone/>
              <a:defRPr sz="1760" b="1"/>
            </a:lvl2pPr>
            <a:lvl3pPr marL="804672" indent="0">
              <a:buNone/>
              <a:defRPr sz="1584" b="1"/>
            </a:lvl3pPr>
            <a:lvl4pPr marL="1207008" indent="0">
              <a:buNone/>
              <a:defRPr sz="1408" b="1"/>
            </a:lvl4pPr>
            <a:lvl5pPr marL="1609344" indent="0">
              <a:buNone/>
              <a:defRPr sz="1408" b="1"/>
            </a:lvl5pPr>
            <a:lvl6pPr marL="2011680" indent="0">
              <a:buNone/>
              <a:defRPr sz="1408" b="1"/>
            </a:lvl6pPr>
            <a:lvl7pPr marL="2414016" indent="0">
              <a:buNone/>
              <a:defRPr sz="1408" b="1"/>
            </a:lvl7pPr>
            <a:lvl8pPr marL="2816352" indent="0">
              <a:buNone/>
              <a:defRPr sz="1408" b="1"/>
            </a:lvl8pPr>
            <a:lvl9pPr marL="3218688" indent="0">
              <a:buNone/>
              <a:defRPr sz="1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73814" y="4452307"/>
            <a:ext cx="3421039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1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3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812588"/>
            <a:ext cx="2595379" cy="2844059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39" y="1754968"/>
            <a:ext cx="4073813" cy="8661966"/>
          </a:xfrm>
        </p:spPr>
        <p:txBody>
          <a:bodyPr/>
          <a:lstStyle>
            <a:lvl1pPr>
              <a:defRPr sz="2816"/>
            </a:lvl1pPr>
            <a:lvl2pPr>
              <a:defRPr sz="2464"/>
            </a:lvl2pPr>
            <a:lvl3pPr>
              <a:defRPr sz="2112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2" y="3656647"/>
            <a:ext cx="2595379" cy="6774392"/>
          </a:xfrm>
        </p:spPr>
        <p:txBody>
          <a:bodyPr/>
          <a:lstStyle>
            <a:lvl1pPr marL="0" indent="0">
              <a:buNone/>
              <a:defRPr sz="1408"/>
            </a:lvl1pPr>
            <a:lvl2pPr marL="402336" indent="0">
              <a:buNone/>
              <a:defRPr sz="1232"/>
            </a:lvl2pPr>
            <a:lvl3pPr marL="804672" indent="0">
              <a:buNone/>
              <a:defRPr sz="1056"/>
            </a:lvl3pPr>
            <a:lvl4pPr marL="1207008" indent="0">
              <a:buNone/>
              <a:defRPr sz="880"/>
            </a:lvl4pPr>
            <a:lvl5pPr marL="1609344" indent="0">
              <a:buNone/>
              <a:defRPr sz="880"/>
            </a:lvl5pPr>
            <a:lvl6pPr marL="2011680" indent="0">
              <a:buNone/>
              <a:defRPr sz="880"/>
            </a:lvl6pPr>
            <a:lvl7pPr marL="2414016" indent="0">
              <a:buNone/>
              <a:defRPr sz="880"/>
            </a:lvl7pPr>
            <a:lvl8pPr marL="2816352" indent="0">
              <a:buNone/>
              <a:defRPr sz="880"/>
            </a:lvl8pPr>
            <a:lvl9pPr marL="3218688" indent="0">
              <a:buNone/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9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812588"/>
            <a:ext cx="2595379" cy="2844059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21039" y="1754968"/>
            <a:ext cx="4073813" cy="8661966"/>
          </a:xfrm>
        </p:spPr>
        <p:txBody>
          <a:bodyPr anchor="t"/>
          <a:lstStyle>
            <a:lvl1pPr marL="0" indent="0">
              <a:buNone/>
              <a:defRPr sz="2816"/>
            </a:lvl1pPr>
            <a:lvl2pPr marL="402336" indent="0">
              <a:buNone/>
              <a:defRPr sz="2464"/>
            </a:lvl2pPr>
            <a:lvl3pPr marL="804672" indent="0">
              <a:buNone/>
              <a:defRPr sz="2112"/>
            </a:lvl3pPr>
            <a:lvl4pPr marL="1207008" indent="0">
              <a:buNone/>
              <a:defRPr sz="1760"/>
            </a:lvl4pPr>
            <a:lvl5pPr marL="1609344" indent="0">
              <a:buNone/>
              <a:defRPr sz="1760"/>
            </a:lvl5pPr>
            <a:lvl6pPr marL="2011680" indent="0">
              <a:buNone/>
              <a:defRPr sz="1760"/>
            </a:lvl6pPr>
            <a:lvl7pPr marL="2414016" indent="0">
              <a:buNone/>
              <a:defRPr sz="1760"/>
            </a:lvl7pPr>
            <a:lvl8pPr marL="2816352" indent="0">
              <a:buNone/>
              <a:defRPr sz="1760"/>
            </a:lvl8pPr>
            <a:lvl9pPr marL="3218688" indent="0">
              <a:buNone/>
              <a:defRPr sz="1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2" y="3656647"/>
            <a:ext cx="2595379" cy="6774392"/>
          </a:xfrm>
        </p:spPr>
        <p:txBody>
          <a:bodyPr/>
          <a:lstStyle>
            <a:lvl1pPr marL="0" indent="0">
              <a:buNone/>
              <a:defRPr sz="1408"/>
            </a:lvl1pPr>
            <a:lvl2pPr marL="402336" indent="0">
              <a:buNone/>
              <a:defRPr sz="1232"/>
            </a:lvl2pPr>
            <a:lvl3pPr marL="804672" indent="0">
              <a:buNone/>
              <a:defRPr sz="1056"/>
            </a:lvl3pPr>
            <a:lvl4pPr marL="1207008" indent="0">
              <a:buNone/>
              <a:defRPr sz="880"/>
            </a:lvl4pPr>
            <a:lvl5pPr marL="1609344" indent="0">
              <a:buNone/>
              <a:defRPr sz="880"/>
            </a:lvl5pPr>
            <a:lvl6pPr marL="2011680" indent="0">
              <a:buNone/>
              <a:defRPr sz="880"/>
            </a:lvl6pPr>
            <a:lvl7pPr marL="2414016" indent="0">
              <a:buNone/>
              <a:defRPr sz="880"/>
            </a:lvl7pPr>
            <a:lvl8pPr marL="2816352" indent="0">
              <a:buNone/>
              <a:defRPr sz="880"/>
            </a:lvl8pPr>
            <a:lvl9pPr marL="3218688" indent="0">
              <a:buNone/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1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58662" y="648942"/>
            <a:ext cx="1735143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234" y="648942"/>
            <a:ext cx="510484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3234" y="648945"/>
            <a:ext cx="694057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234" y="3244711"/>
            <a:ext cx="694057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3234" y="11297238"/>
            <a:ext cx="1810584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0E76D-E0EB-324C-A88E-A4C61CA70BFB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5582" y="11297238"/>
            <a:ext cx="2715875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83220" y="11297238"/>
            <a:ext cx="1810584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0D715-3AD8-1B41-B770-4CD395250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04672" rtl="0" eaLnBrk="1" latinLnBrk="0" hangingPunct="1">
        <a:lnSpc>
          <a:spcPct val="90000"/>
        </a:lnSpc>
        <a:spcBef>
          <a:spcPct val="0"/>
        </a:spcBef>
        <a:buNone/>
        <a:defRPr sz="38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804672" rtl="0" eaLnBrk="1" latinLnBrk="0" hangingPunct="1">
        <a:lnSpc>
          <a:spcPct val="90000"/>
        </a:lnSpc>
        <a:spcBef>
          <a:spcPts val="880"/>
        </a:spcBef>
        <a:buFont typeface="Arial" panose="020B0604020202020204" pitchFamily="34" charset="0"/>
        <a:buChar char="•"/>
        <a:defRPr sz="2464" kern="1200">
          <a:solidFill>
            <a:schemeClr val="tx1"/>
          </a:solidFill>
          <a:latin typeface="+mn-lt"/>
          <a:ea typeface="+mn-ea"/>
          <a:cs typeface="+mn-cs"/>
        </a:defRPr>
      </a:lvl1pPr>
      <a:lvl2pPr marL="603504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408176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810512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212848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615184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3017520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419856" indent="-201168" algn="l" defTabSz="804672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1pPr>
      <a:lvl2pPr marL="402336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609344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414016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2816352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218688" algn="l" defTabSz="804672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CED5C0-FD07-6672-63FA-47F6DB87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" y="422786"/>
            <a:ext cx="7990198" cy="11167231"/>
          </a:xfrm>
          <a:prstGeom prst="rect">
            <a:avLst/>
          </a:prstGeom>
          <a:ln>
            <a:noFill/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DE34E1C-D973-1EB8-5D25-2666F862C8AF}"/>
              </a:ext>
            </a:extLst>
          </p:cNvPr>
          <p:cNvSpPr/>
          <p:nvPr/>
        </p:nvSpPr>
        <p:spPr>
          <a:xfrm>
            <a:off x="1082498" y="4680155"/>
            <a:ext cx="517707" cy="4528232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E51A49-A85B-B810-5EC2-F1172F9185E6}"/>
              </a:ext>
            </a:extLst>
          </p:cNvPr>
          <p:cNvCxnSpPr>
            <a:cxnSpLocks/>
          </p:cNvCxnSpPr>
          <p:nvPr/>
        </p:nvCxnSpPr>
        <p:spPr>
          <a:xfrm>
            <a:off x="1453853" y="4877132"/>
            <a:ext cx="0" cy="4128061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F76BA69-1EB5-6AE6-6004-BA3F7835A132}"/>
              </a:ext>
            </a:extLst>
          </p:cNvPr>
          <p:cNvSpPr/>
          <p:nvPr/>
        </p:nvSpPr>
        <p:spPr>
          <a:xfrm>
            <a:off x="183343" y="569312"/>
            <a:ext cx="2140385" cy="1053225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9EB360-C937-F705-6CE5-0BB2A2B81771}"/>
              </a:ext>
            </a:extLst>
          </p:cNvPr>
          <p:cNvCxnSpPr>
            <a:cxnSpLocks/>
          </p:cNvCxnSpPr>
          <p:nvPr/>
        </p:nvCxnSpPr>
        <p:spPr>
          <a:xfrm>
            <a:off x="412955" y="865239"/>
            <a:ext cx="0" cy="9202993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E9F1FF-004C-5382-41F6-B137510945CC}"/>
              </a:ext>
            </a:extLst>
          </p:cNvPr>
          <p:cNvSpPr txBox="1"/>
          <p:nvPr/>
        </p:nvSpPr>
        <p:spPr>
          <a:xfrm rot="16200000">
            <a:off x="-183017" y="1885092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thread_1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126FC-FBD5-994A-08E4-E2FC8AD15BF6}"/>
              </a:ext>
            </a:extLst>
          </p:cNvPr>
          <p:cNvSpPr txBox="1"/>
          <p:nvPr/>
        </p:nvSpPr>
        <p:spPr>
          <a:xfrm rot="16200000">
            <a:off x="-181920" y="5806172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thread_1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A56BE-9896-9E2F-BFEC-5DBA51DEFC57}"/>
              </a:ext>
            </a:extLst>
          </p:cNvPr>
          <p:cNvSpPr txBox="1"/>
          <p:nvPr/>
        </p:nvSpPr>
        <p:spPr>
          <a:xfrm rot="16200000">
            <a:off x="-181920" y="9318441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thread_1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7DD714-622D-8582-D163-1D72C7208678}"/>
              </a:ext>
            </a:extLst>
          </p:cNvPr>
          <p:cNvCxnSpPr>
            <a:cxnSpLocks/>
          </p:cNvCxnSpPr>
          <p:nvPr/>
        </p:nvCxnSpPr>
        <p:spPr>
          <a:xfrm>
            <a:off x="909482" y="2949677"/>
            <a:ext cx="0" cy="7020898"/>
          </a:xfrm>
          <a:prstGeom prst="lin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0E1443-CE23-5FA5-5F1A-7616AD6BA9AC}"/>
              </a:ext>
            </a:extLst>
          </p:cNvPr>
          <p:cNvSpPr txBox="1"/>
          <p:nvPr/>
        </p:nvSpPr>
        <p:spPr>
          <a:xfrm rot="16200000">
            <a:off x="297097" y="5807992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thread_2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C7127-7325-A38E-D77F-F1F39AEB6B8A}"/>
              </a:ext>
            </a:extLst>
          </p:cNvPr>
          <p:cNvSpPr txBox="1"/>
          <p:nvPr/>
        </p:nvSpPr>
        <p:spPr>
          <a:xfrm rot="16200000">
            <a:off x="297097" y="3095032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thread_2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AE36BE-C661-12A0-F9F0-819595F7A463}"/>
              </a:ext>
            </a:extLst>
          </p:cNvPr>
          <p:cNvSpPr txBox="1"/>
          <p:nvPr/>
        </p:nvSpPr>
        <p:spPr>
          <a:xfrm rot="16200000">
            <a:off x="293890" y="9318441"/>
            <a:ext cx="965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thread_2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3B5FE6-9CC9-97B5-733F-970AFD163341}"/>
              </a:ext>
            </a:extLst>
          </p:cNvPr>
          <p:cNvSpPr txBox="1"/>
          <p:nvPr/>
        </p:nvSpPr>
        <p:spPr>
          <a:xfrm rot="16200000">
            <a:off x="847145" y="677188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thread_3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45584D-B624-A411-C7DD-ED0220912D8A}"/>
              </a:ext>
            </a:extLst>
          </p:cNvPr>
          <p:cNvSpPr txBox="1"/>
          <p:nvPr/>
        </p:nvSpPr>
        <p:spPr>
          <a:xfrm rot="16200000">
            <a:off x="847145" y="8625264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thread_3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FDBE17-789F-FE05-6C6D-8A1E43C57D3B}"/>
              </a:ext>
            </a:extLst>
          </p:cNvPr>
          <p:cNvSpPr/>
          <p:nvPr/>
        </p:nvSpPr>
        <p:spPr>
          <a:xfrm>
            <a:off x="181239" y="569312"/>
            <a:ext cx="7752068" cy="31283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78BF33-4ACD-E919-45E6-2684D5973F7E}"/>
              </a:ext>
            </a:extLst>
          </p:cNvPr>
          <p:cNvCxnSpPr>
            <a:cxnSpLocks/>
          </p:cNvCxnSpPr>
          <p:nvPr/>
        </p:nvCxnSpPr>
        <p:spPr>
          <a:xfrm>
            <a:off x="524840" y="865239"/>
            <a:ext cx="6888683" cy="0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F534C47-0021-7EC9-D428-8155DAA16280}"/>
              </a:ext>
            </a:extLst>
          </p:cNvPr>
          <p:cNvSpPr/>
          <p:nvPr/>
        </p:nvSpPr>
        <p:spPr>
          <a:xfrm>
            <a:off x="524840" y="2674376"/>
            <a:ext cx="517707" cy="8278739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22C914-5220-44D8-DF23-85F98C4D28A2}"/>
              </a:ext>
            </a:extLst>
          </p:cNvPr>
          <p:cNvSpPr txBox="1"/>
          <p:nvPr/>
        </p:nvSpPr>
        <p:spPr>
          <a:xfrm>
            <a:off x="954888" y="569312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h_thread_1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D57F19-8F66-82B3-8134-EC48C4828579}"/>
              </a:ext>
            </a:extLst>
          </p:cNvPr>
          <p:cNvSpPr txBox="1"/>
          <p:nvPr/>
        </p:nvSpPr>
        <p:spPr>
          <a:xfrm>
            <a:off x="3436659" y="569312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h_thread_1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2AC47A-6CE8-7C72-40FF-E5BFA872606E}"/>
              </a:ext>
            </a:extLst>
          </p:cNvPr>
          <p:cNvSpPr txBox="1"/>
          <p:nvPr/>
        </p:nvSpPr>
        <p:spPr>
          <a:xfrm>
            <a:off x="6021106" y="569312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h_thread_1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B3C669-7667-6DDB-C603-2750014CE087}"/>
              </a:ext>
            </a:extLst>
          </p:cNvPr>
          <p:cNvSpPr/>
          <p:nvPr/>
        </p:nvSpPr>
        <p:spPr>
          <a:xfrm>
            <a:off x="181239" y="4271287"/>
            <a:ext cx="7752068" cy="312830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DED3E99-4B6D-3268-F414-1A7904392280}"/>
              </a:ext>
            </a:extLst>
          </p:cNvPr>
          <p:cNvCxnSpPr>
            <a:cxnSpLocks/>
          </p:cNvCxnSpPr>
          <p:nvPr/>
        </p:nvCxnSpPr>
        <p:spPr>
          <a:xfrm>
            <a:off x="451188" y="4567214"/>
            <a:ext cx="69960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CFB5749-54C7-5726-8813-4FD76D53A92F}"/>
              </a:ext>
            </a:extLst>
          </p:cNvPr>
          <p:cNvSpPr txBox="1"/>
          <p:nvPr/>
        </p:nvSpPr>
        <p:spPr>
          <a:xfrm>
            <a:off x="1114151" y="4271287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h_thread_2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80F23D-719E-CF27-F311-78BCBCF88004}"/>
              </a:ext>
            </a:extLst>
          </p:cNvPr>
          <p:cNvSpPr txBox="1"/>
          <p:nvPr/>
        </p:nvSpPr>
        <p:spPr>
          <a:xfrm>
            <a:off x="3470413" y="4271287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h_thread_2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AE4F87-727D-EA1E-1018-7448F2F97AB3}"/>
              </a:ext>
            </a:extLst>
          </p:cNvPr>
          <p:cNvSpPr txBox="1"/>
          <p:nvPr/>
        </p:nvSpPr>
        <p:spPr>
          <a:xfrm>
            <a:off x="6054860" y="4271287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h_thread_2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578B48-93EF-185A-0DBF-E7737777C895}"/>
              </a:ext>
            </a:extLst>
          </p:cNvPr>
          <p:cNvSpPr/>
          <p:nvPr/>
        </p:nvSpPr>
        <p:spPr>
          <a:xfrm>
            <a:off x="181239" y="7985383"/>
            <a:ext cx="7752068" cy="3128303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5CE7F1D-F84B-A757-E58F-9C48C8E7E4C4}"/>
              </a:ext>
            </a:extLst>
          </p:cNvPr>
          <p:cNvCxnSpPr>
            <a:cxnSpLocks/>
          </p:cNvCxnSpPr>
          <p:nvPr/>
        </p:nvCxnSpPr>
        <p:spPr>
          <a:xfrm>
            <a:off x="451188" y="8281310"/>
            <a:ext cx="6996089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AD3FDC1-58F9-7F85-F39F-DA8C3F85A912}"/>
              </a:ext>
            </a:extLst>
          </p:cNvPr>
          <p:cNvSpPr txBox="1"/>
          <p:nvPr/>
        </p:nvSpPr>
        <p:spPr>
          <a:xfrm>
            <a:off x="1114151" y="7985383"/>
            <a:ext cx="1174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h_thread_3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A38B71-2023-8E5C-C625-21F5C06C0DA3}"/>
              </a:ext>
            </a:extLst>
          </p:cNvPr>
          <p:cNvSpPr txBox="1"/>
          <p:nvPr/>
        </p:nvSpPr>
        <p:spPr>
          <a:xfrm>
            <a:off x="3470413" y="7985383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h_thread_3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EB4F88-987B-16AF-5380-1A8C952FF0ED}"/>
              </a:ext>
            </a:extLst>
          </p:cNvPr>
          <p:cNvSpPr txBox="1"/>
          <p:nvPr/>
        </p:nvSpPr>
        <p:spPr>
          <a:xfrm>
            <a:off x="6054860" y="7985383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h_thread_3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166EFD-AF57-E319-7766-F5796D19D6A3}"/>
              </a:ext>
            </a:extLst>
          </p:cNvPr>
          <p:cNvCxnSpPr>
            <a:cxnSpLocks/>
          </p:cNvCxnSpPr>
          <p:nvPr/>
        </p:nvCxnSpPr>
        <p:spPr>
          <a:xfrm>
            <a:off x="3436659" y="1557904"/>
            <a:ext cx="397686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C7F288-53C2-67D2-087B-F462BFE60290}"/>
              </a:ext>
            </a:extLst>
          </p:cNvPr>
          <p:cNvSpPr txBox="1"/>
          <p:nvPr/>
        </p:nvSpPr>
        <p:spPr>
          <a:xfrm>
            <a:off x="3436659" y="1261977"/>
            <a:ext cx="1173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h_thread_4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470020-E98C-6AD6-9CBE-1B383E98848B}"/>
              </a:ext>
            </a:extLst>
          </p:cNvPr>
          <p:cNvSpPr txBox="1"/>
          <p:nvPr/>
        </p:nvSpPr>
        <p:spPr>
          <a:xfrm>
            <a:off x="6021106" y="1261977"/>
            <a:ext cx="1173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h_thread_4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F0D9CA4-C799-33DB-033F-7B253B6E9633}"/>
              </a:ext>
            </a:extLst>
          </p:cNvPr>
          <p:cNvSpPr/>
          <p:nvPr/>
        </p:nvSpPr>
        <p:spPr>
          <a:xfrm rot="16200000">
            <a:off x="4934354" y="-777544"/>
            <a:ext cx="802010" cy="4286303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B55EB3-8D67-1949-E452-5D8D12556838}"/>
              </a:ext>
            </a:extLst>
          </p:cNvPr>
          <p:cNvCxnSpPr>
            <a:cxnSpLocks/>
          </p:cNvCxnSpPr>
          <p:nvPr/>
        </p:nvCxnSpPr>
        <p:spPr>
          <a:xfrm>
            <a:off x="4326921" y="2115890"/>
            <a:ext cx="2054214" cy="17573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BC779D8-9BFB-B9AE-7C1C-527099DE9A96}"/>
              </a:ext>
            </a:extLst>
          </p:cNvPr>
          <p:cNvSpPr txBox="1"/>
          <p:nvPr/>
        </p:nvSpPr>
        <p:spPr>
          <a:xfrm>
            <a:off x="4242851" y="1819326"/>
            <a:ext cx="1173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h_thread_5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894566-D84C-DC3C-2253-8381EF1ED061}"/>
              </a:ext>
            </a:extLst>
          </p:cNvPr>
          <p:cNvSpPr txBox="1"/>
          <p:nvPr/>
        </p:nvSpPr>
        <p:spPr>
          <a:xfrm>
            <a:off x="5313960" y="1822889"/>
            <a:ext cx="1173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h_thread_5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BC6CF1D-A8A8-2BCD-684F-4451DB77622C}"/>
              </a:ext>
            </a:extLst>
          </p:cNvPr>
          <p:cNvSpPr/>
          <p:nvPr/>
        </p:nvSpPr>
        <p:spPr>
          <a:xfrm rot="16200000">
            <a:off x="4953222" y="1201006"/>
            <a:ext cx="802010" cy="2054608"/>
          </a:xfrm>
          <a:prstGeom prst="rect">
            <a:avLst/>
          </a:prstGeom>
          <a:solidFill>
            <a:schemeClr val="accent6">
              <a:lumMod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32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1964</TotalTime>
  <Words>89</Words>
  <Application>Microsoft Macintosh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Panos Vagenas</dc:creator>
  <cp:lastModifiedBy>Panos Vagenas</cp:lastModifiedBy>
  <cp:revision>5</cp:revision>
  <dcterms:created xsi:type="dcterms:W3CDTF">2025-09-18T12:24:42Z</dcterms:created>
  <dcterms:modified xsi:type="dcterms:W3CDTF">2025-09-23T04:40:56Z</dcterms:modified>
</cp:coreProperties>
</file>